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630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SeatSense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8412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Dynamic Ticket Pricing &amp; Demand Intelligence for Sports Venues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Enterprise revenue intelligence for ticketing teams and venue operators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Predict demand, recommend guarded prices, and explain approval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8961120" y="1234440"/>
            <a:ext cx="2468880" cy="4297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 pricing</a:t>
            </a:r>
            <a:br/>
            <a:r>
              <a:t>with guardrails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Static prices miss fast-changing demand signals.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Low-demand games leave seats unsold.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High-demand games are often underpriced.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Secondary markets capture value that should stay with the venue.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Revenue loss</a:t>
            </a:r>
            <a:br/>
            <a:r>
              <a:t>from static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Market Context and Existing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Customers: teams, arenas, venues, and ticketing departments.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Users: revenue managers, operations, marketing, fan experience, executives.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Existing market already values dynamic pricing tools.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SeatSense adds explainability, guardrails, and business KPI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Stakeholder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Who, Why, How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Who: teams, venues, fans, executives, and ticketing staff.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Why: demand is multivariate, volatile, and financially material.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How: model prediction plus governed pricing engine plus explanation.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Human approval remains in the decision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Who · Why · 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Why AI Is the Right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Rules miss interactions among opponent, weather, sentiment, and resale gap.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Classification predicts Low, Medium, or High demand.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Probabilities support confidence-aware pricing decisions.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OpenAI-enabled explanation translates outputs into revenue-manager language with safe fallback.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Signals to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Product Overview: SeatSense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Use sample data or map client CSV exports.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Predict demand tier and class probability.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Recommend guarded price changes.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Estimate revenue uplift and resale leakage reduction.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Generate executive-ready explanations from model output.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Flag decisions that require human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Product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Data Pipeline and Feature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Semi-synthetic 20,500-row game-section-pricing-window dataset.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Five seasons, 410 games, 10 seat sections, five pricing windows.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Features include current inventory, sell-through, traffic, search, social, weather, price, resale, section, and historical behavior.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Leakage audit excludes final attendance, realized revenue, target labels, oracle price, and fairness-only affordability columns.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Ticketing-agency adapter maps vendor feeds, then Pydantic validates the SeatSense schema before retraining.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Data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Model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Demand classifier: simple decision-tree baseline vs tuned random forest.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Sell-through regressor estimates final inventory conversion.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Scalper-risk classifier estimates resale leakage pressure.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Time-based split: first 3 seasons train, 4th validation, 5th test.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Pricing optimizer simulates candidate prices and applies guardrails.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Model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Final demand accuracy is about 86.7% with macro F1 about 86.1%.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High-demand recall is about 89.8%; ROC-AUC OVR is about 96.9%.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Sell-through RMSE is about 0.059; scalper-risk macro F1 is about 88.2%.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Confusion matrix shows costly pricing mistakes.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Leakage audit confirms no post-event or affordability-only columns are used as model inputs.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Data quality widgets include demand mix, price gap scatter, signal bubble, and section drill-down.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Confusion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700784"/>
            <a:ext cx="3657600" cy="3067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Pricing Recommendation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Inputs: current price, predicted demand, resale gap, days before game, section, sell-through.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Optional live APIs enrich ticket marketplace, weather, sports, social, and traffic signals.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Apply price caps, affordability rules, and premium-game approval.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Estimate revenue uplift and leakage reduction.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Return business action and approval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Pricing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Streamlit Product Screens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Executive Overview frames the problem and KPIs.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Pricing Workbench shows live API signal mode, probabilities, recommended price, and approval logic.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Model Performance shows flexible CSV import, agency-feed detection, schema validation, and drill-down charts.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Demand Intelligence explains drivers behind the forecast.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Streamlit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Business Impact and KPIs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Revenue per game and total ticket revenue uplift.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Sell-through and attendance rate.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Secondary-market leakage reduction.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Average price gap versus resale market.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Fan affordability score and approval 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1700784"/>
            <a:ext cx="3657600" cy="27692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Responsible AI and Fairness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Lower-income fans may be priced out without controls.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No protected attributes are used directly.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Affordable ticket reserve and value-section caps.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Human review for premium games and large price moves.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Bias audit by affordability segment.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Responsible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Phase 1: historical data integration and offline validation.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Phase 2: pilot with revenue-manager review.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Phase 3: controlled A/B testing by section and game type.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Phase 4: production monitoring for drift, fairness, and fan sentiment.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11827"/>
                </a:solidFill>
              </a:defRPr>
            </a:pPr>
            <a:r>
              <a:t>Conclusion and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43000"/>
            <a:ext cx="123444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44752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SeatSense captures revenue that static pricing misses.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It reduces resale leakage while protecting attendance.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It combines trained predictive AI with explainable recommendations and fallback behavior.</a:t>
            </a:r>
          </a:p>
          <a:p>
            <a:pPr>
              <a:spcAft>
                <a:spcPts val="1100"/>
              </a:spcAft>
              <a:defRPr sz="2000">
                <a:solidFill>
                  <a:srgbClr val="111827"/>
                </a:solidFill>
              </a:defRPr>
            </a:pPr>
            <a:r>
              <a:t>Ask: approve a pilot using real historical venue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12280" y="1417320"/>
            <a:ext cx="4480560" cy="4251960"/>
          </a:xfrm>
          <a:prstGeom prst="rect">
            <a:avLst/>
          </a:prstGeom>
          <a:solidFill>
            <a:srgbClr val="F8FAFC"/>
          </a:solidFill>
          <a:ln>
            <a:solidFill>
              <a:srgbClr val="DB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50608" y="1874519"/>
            <a:ext cx="379476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Pilot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35508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SeatSense AI · Revenue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